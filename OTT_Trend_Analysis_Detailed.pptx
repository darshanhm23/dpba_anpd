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4" r:id="rId6"/>
    <p:sldId id="265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69E7D-28BF-4484-A095-88408C6DC0D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8BF2F-E43E-4CFA-8AD5-AB3A23E0D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56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BF2F-E43E-4CFA-8AD5-AB3A23E0D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347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OTT Trend Analysis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28120" cy="2982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dirty="0"/>
              <a:t>This project focuses on analyzing trends across various OTT platforms.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dirty="0"/>
              <a:t>It includes end-to-end data cleaning, transformation, and visual analytics using Power BI.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dirty="0"/>
              <a:t>The main goal is to understand user viewing patterns and content performance.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rPr dirty="0"/>
              <a:t>Scope includes Movies, TV Shows, Genres, Ratings, Release Trends, and Popularity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8430578" cy="4337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Identify top-performing genres across OTT platforms.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Compare engagement levels between Movies and TV Shows.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Evaluate yearly growth in content production.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Study how ratings vary based on genre and release year.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Support content decision-making for OTT providers.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Build a dashboard that allows slicing data by genre, year, and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8363508" cy="3660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The dataset includes both Movies and TV Shows.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Key attributes: Title, Genre, Release Year, Duration, Rating, Popularity.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Additional fields: Content Category, Platform, Description, Age Rating.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Data size: 1000+ records to ensure realistic analysis.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Cleaned missing values, standardized genres, and formatted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6DC14-9E60-1CE9-3A8F-2A232016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8E5BB9-15F6-6BE4-3F62-2AEF42BA995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975A2-C94D-B12A-7426-77086CA14DD4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B5249-9653-3D84-4906-F91812FE7444}"/>
              </a:ext>
            </a:extLst>
          </p:cNvPr>
          <p:cNvSpPr txBox="1"/>
          <p:nvPr/>
        </p:nvSpPr>
        <p:spPr>
          <a:xfrm>
            <a:off x="457200" y="182880"/>
            <a:ext cx="576901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sz="3400" b="1" dirty="0"/>
              <a:t> Visuals Used in the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40CB4-7F37-9224-ECF4-5C650D7FA503}"/>
              </a:ext>
            </a:extLst>
          </p:cNvPr>
          <p:cNvSpPr txBox="1"/>
          <p:nvPr/>
        </p:nvSpPr>
        <p:spPr>
          <a:xfrm>
            <a:off x="731520" y="1188720"/>
            <a:ext cx="184731" cy="9516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117CB-DC11-4B0F-B20E-3B56D9CD0867}"/>
              </a:ext>
            </a:extLst>
          </p:cNvPr>
          <p:cNvSpPr txBox="1"/>
          <p:nvPr/>
        </p:nvSpPr>
        <p:spPr>
          <a:xfrm>
            <a:off x="243282" y="1300294"/>
            <a:ext cx="117194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Main Dashboard</a:t>
            </a:r>
          </a:p>
          <a:p>
            <a:r>
              <a:rPr lang="en-US" b="1" dirty="0"/>
              <a:t>Line Chart</a:t>
            </a:r>
            <a:r>
              <a:rPr lang="en-US" dirty="0"/>
              <a:t> – Popularity Score of Movies &amp; Shows by Release Year</a:t>
            </a:r>
          </a:p>
          <a:p>
            <a:r>
              <a:rPr lang="en-US" b="1" dirty="0"/>
              <a:t>Bar Chart</a:t>
            </a:r>
            <a:r>
              <a:rPr lang="en-US" dirty="0"/>
              <a:t> – Average IMDb Rating by Platform</a:t>
            </a:r>
          </a:p>
          <a:p>
            <a:r>
              <a:rPr lang="en-US" b="1" dirty="0"/>
              <a:t>Card Visuals</a:t>
            </a:r>
            <a:r>
              <a:rPr lang="en-US" dirty="0"/>
              <a:t> – Total Titles, Total Movies, Total Shows</a:t>
            </a:r>
          </a:p>
          <a:p>
            <a:r>
              <a:rPr lang="en-US" b="1" dirty="0"/>
              <a:t>Slicers</a:t>
            </a:r>
            <a:r>
              <a:rPr lang="en-US" dirty="0"/>
              <a:t> – Age Rating, Genre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Movies Dashboard</a:t>
            </a:r>
          </a:p>
          <a:p>
            <a:r>
              <a:rPr lang="en-US" b="1" dirty="0"/>
              <a:t>Tree map</a:t>
            </a:r>
            <a:r>
              <a:rPr lang="en-US" dirty="0"/>
              <a:t> – Movies by Genre</a:t>
            </a:r>
          </a:p>
          <a:p>
            <a:r>
              <a:rPr lang="en-US" b="1" dirty="0"/>
              <a:t>Line Chart</a:t>
            </a:r>
            <a:r>
              <a:rPr lang="en-US" dirty="0"/>
              <a:t> – Movies by Release Year</a:t>
            </a:r>
          </a:p>
          <a:p>
            <a:r>
              <a:rPr lang="en-US" b="1" dirty="0"/>
              <a:t>Bar Chart</a:t>
            </a:r>
            <a:r>
              <a:rPr lang="en-US" dirty="0"/>
              <a:t> – Average IMDb Rating by Platform</a:t>
            </a:r>
          </a:p>
          <a:p>
            <a:r>
              <a:rPr lang="en-US" b="1" dirty="0"/>
              <a:t>Line Chart</a:t>
            </a:r>
            <a:r>
              <a:rPr lang="en-US" dirty="0"/>
              <a:t> – Popularity Score of Movies by Release Year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TV Shows Dashboard</a:t>
            </a:r>
          </a:p>
          <a:p>
            <a:r>
              <a:rPr lang="en-US" b="1" dirty="0"/>
              <a:t>Tree map</a:t>
            </a:r>
            <a:r>
              <a:rPr lang="en-US" dirty="0"/>
              <a:t> – Shows by Genre</a:t>
            </a:r>
          </a:p>
          <a:p>
            <a:r>
              <a:rPr lang="en-US" b="1" dirty="0"/>
              <a:t>Line Chart</a:t>
            </a:r>
            <a:r>
              <a:rPr lang="en-US" dirty="0"/>
              <a:t> – Shows by Release Year</a:t>
            </a:r>
          </a:p>
          <a:p>
            <a:r>
              <a:rPr lang="en-US" b="1" dirty="0"/>
              <a:t>Bar Chart</a:t>
            </a:r>
            <a:r>
              <a:rPr lang="en-US" dirty="0"/>
              <a:t> – Average IMDb Rating by Platform</a:t>
            </a:r>
          </a:p>
          <a:p>
            <a:r>
              <a:rPr lang="en-US" b="1" dirty="0"/>
              <a:t>Line Chart</a:t>
            </a:r>
            <a:r>
              <a:rPr lang="en-US" dirty="0"/>
              <a:t> – Popularity Score of Shows by Release Year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39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FB82-3D1D-C768-6B70-F64F54EF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D112E9-BD0F-758D-1666-5C4EFA04C9A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1613E-7D12-7CF8-EDB0-593A2341051F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A229-AE9B-CE46-98D0-6DE0B97AE2FE}"/>
              </a:ext>
            </a:extLst>
          </p:cNvPr>
          <p:cNvSpPr txBox="1"/>
          <p:nvPr/>
        </p:nvSpPr>
        <p:spPr>
          <a:xfrm>
            <a:off x="457200" y="182880"/>
            <a:ext cx="204043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IN" dirty="0"/>
              <a:t>Snapshots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39BA1-E656-BD29-7220-3D8485A88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3" y="1210830"/>
            <a:ext cx="9144000" cy="516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9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0046-F74E-C3BE-E883-1F3898F2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F763CB-54C8-C48F-7834-9E5AADF2381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D5371-FBE6-610E-D3CB-E5C12D61234D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A5127-B0FE-0EF7-1BE2-0EAF9C5CCE0B}"/>
              </a:ext>
            </a:extLst>
          </p:cNvPr>
          <p:cNvSpPr txBox="1"/>
          <p:nvPr/>
        </p:nvSpPr>
        <p:spPr>
          <a:xfrm>
            <a:off x="457200" y="182880"/>
            <a:ext cx="204043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IN" dirty="0"/>
              <a:t>Snapshots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D758FC-A170-59B2-34B2-00DA631F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3" y="1627464"/>
            <a:ext cx="5546657" cy="4278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071469-2862-3E57-C7E5-95A71FFCA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747" y="1627464"/>
            <a:ext cx="6051598" cy="42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22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8128379" cy="4337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Drama and Action remain consistently top-viewed genres.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The highest content production occurred between 2018–2022.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Shows outperform movies due to longer engagement time.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Ratings peak for titles released between 2016–2020.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Family and Comedy genres receive strong ratings but lower volume.</a:t>
            </a:r>
          </a:p>
          <a:p>
            <a:pPr>
              <a:lnSpc>
                <a:spcPct val="200000"/>
              </a:lnSpc>
              <a:defRPr sz="2200">
                <a:solidFill>
                  <a:srgbClr val="282828"/>
                </a:solidFill>
              </a:defRPr>
            </a:pPr>
            <a:r>
              <a:rPr dirty="0"/>
              <a:t>• Short-duration content gaining popularity among youth audiences.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This project provides in-depth insights into OTT trends using Power BI.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It helps OTT platforms strategize content acquisition and production.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Advanced filtering in dashboards makes analysis highly interactive.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The project reflects strong skills in data cleaning, modeling, and visualization.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Suitable for resume, portfolio, and interview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422</Words>
  <Application>Microsoft Office PowerPoint</Application>
  <PresentationFormat>On-screen Show (4:3)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Darshan hm</cp:lastModifiedBy>
  <cp:revision>5</cp:revision>
  <dcterms:created xsi:type="dcterms:W3CDTF">2013-01-27T09:14:16Z</dcterms:created>
  <dcterms:modified xsi:type="dcterms:W3CDTF">2025-11-19T16:22:14Z</dcterms:modified>
  <cp:category/>
</cp:coreProperties>
</file>